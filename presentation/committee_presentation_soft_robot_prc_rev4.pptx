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Data.zip: parallel/triangle_1-10_parallel.csv and coupled/triangular_1-10_coupled.csv.
- Metrics computed on the middle 16 steady peak-to-peak cycles detected from Desired_pressure_segment_2.
- Pearson correlation uses Measured_pressure_Segment_1_pouch_1..5. PCA uses z-scored pouch pressures.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Data.zip: parallel/triangle_1-10_parallel.csv and coupled/triangular_1-10_coupled.csv.
- Trajectories use Rigid_body_3_x and Rigid_body_3_z from the same middle 16 steady cycles as Slide 7.
- Each cycle is phase-normalized to 200 samples before averaging.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Rasterized from the previously delivered committee_presentation_soft_robot_prc_rev3.pptx deck, itself based on the user-provided thesis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4_build/slide_assets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v4_build/slide_asset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mmittee_presentation_soft_robot_prc_rev3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Committee Presentation - Triangular 1-10 Updated Analysis</dc:title>
  <dc:subject>Committee presentation update with triangular 1-10 analysis</dc:subject>
  <dc:creator>OpenAI</dc:creator>
  <cp:lastModifiedBy>OpenAI</cp:lastModifiedBy>
  <cp:revision>1</cp:revision>
  <dcterms:created xsi:type="dcterms:W3CDTF">2026-03-24T20:27:28Z</dcterms:created>
  <dcterms:modified xsi:type="dcterms:W3CDTF">2026-03-24T20:27:28Z</dcterms:modified>
</cp:coreProperties>
</file>